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E83CEF-3F8B-1CC6-E063-B4C0AA439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1AF968-FBE1-9551-4799-41D336E72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1E592F-9232-100B-D1F0-C4C28A72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8E08E3-551C-9DC7-9520-9AC52C5B6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9E56B8-AF75-4012-4EC5-7F6004994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713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E8FB5-DC6D-B1A0-4236-C0AAE60F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AEE35C-BC93-1C46-4021-AB2893D43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712236-E41F-5DE9-2C85-C803BBC1C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AE95FA-9032-5ED5-5F0E-CEB5F60F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5F91BC-FDC0-D50C-ABEA-7EAA3D424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9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E92B0-8039-38C0-8071-234C527A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2BB2F8-FFAB-B0D2-7514-A8AD01692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344401-60A7-C4F7-C123-8CB10638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DC4261-4318-176D-560A-2F6983F0E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04842A-B7F7-9399-699A-FB4788E6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89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68D90-5097-8111-A706-DDF9E45B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6581CB-6D06-A21F-52AC-83190A2A0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E1BF91-B4D3-C009-8F5B-4A00ED3D4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A206A5-392F-86E9-463D-BD38FD96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35BA04-D6B7-0C56-220A-A38C4657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604729-3710-593C-38D4-E4994E22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81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F0E34-5542-0349-1D2B-5EC704FCF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0B3640-B524-73C3-C025-3794FD810E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1AE5FBA-1D83-30DC-9F69-7DCBA702A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27949B-7AA9-47DF-C4F3-513B8F0E6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4BA4F8-0340-3C38-8C3B-2190F86FBD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5AA3F51-E899-2D7D-ACC5-493598382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87855F-5B11-E1AC-D6C4-40FE0C22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F62E38-E29E-C7FB-C420-68DAD6F0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05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7E187-113C-6CBB-6D15-B624E356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64B7EB-B530-FFE6-D3BD-313B6B969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DF2314-F074-09ED-A91B-CD58675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CF1A736-CAB2-0E66-74E2-CEA9FB4CA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3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A102F2-C5B6-B1B9-2264-066A0941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B60A772-8F2A-B3B9-C2D3-3AD78262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0762EF-9479-C542-96C2-17BF06E3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680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95A1D-042B-A441-C146-61EAECE0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F30DDE-D35A-A9B3-C813-61C80E0CE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9F5108-ABF3-D4E0-B5E0-A2A9B52BE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366E02-AD3B-A370-513E-72C8C27A6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584D86-BBC4-9395-7523-5372AC9EA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9EA993-C783-CCF0-1E61-A4D9BD38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9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2142EA-9942-390E-F467-BDAAE1102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B5A2CFD-F170-5A3F-503C-A8DB12662E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DCEF6E-3596-4787-E017-00AA6BE5E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80F638-D543-25C1-CD99-9A49DD23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87AE87-09B8-7E6C-B009-11E938AD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43BA12-9038-F7A4-3487-E1F2602BB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946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33ED3-B6B4-90F2-75B2-2C1E60E43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E96611-14BB-6157-4B03-5040D4EBE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FFD14D-03A6-C1B0-EC42-F2EB9248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F448A-4753-3393-9D67-6B236558D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8C8432-4C37-7D3E-F46D-13FD38AEF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6313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F59E70-8BB2-1593-9C9E-53DE76AA89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4D5036D-3536-032D-CDE5-014C27246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E832BF-4633-C70E-322C-7D5D68B4F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70129-71E8-8EF8-D0AE-AD5CE7475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EAA9C3-368C-BF38-5945-BE54CE098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078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1BCF4DE-BEFF-B09F-F542-A1423C1B7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EE45C8-63DC-0276-9FC7-8DE6F3C9F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0F2921-8C74-785A-EBCA-0FCA5B535E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6BFF5-5B55-4069-9606-A0AFDFFDEFA0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1A032-DC52-73CA-E16A-68849B212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94E485-EF05-EDAB-26D8-4C322C9E9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6B6E5-8B7B-4DD4-84EC-90D3E315AF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41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B7E86C1-7F92-2A5A-E109-DB9C6EC4C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201" y="1470218"/>
            <a:ext cx="4374259" cy="9754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AE27B6-74CF-BEEE-0DFD-FE22B8970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01" y="451043"/>
            <a:ext cx="2735817" cy="2819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1BB9E9C-5995-4E93-BD9A-FA5CAC7E39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951" y="157647"/>
            <a:ext cx="1874682" cy="58679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1A934EB-4B45-EAA3-9DD6-80A1CB6328D4}"/>
              </a:ext>
            </a:extLst>
          </p:cNvPr>
          <p:cNvSpPr txBox="1"/>
          <p:nvPr/>
        </p:nvSpPr>
        <p:spPr>
          <a:xfrm>
            <a:off x="5754945" y="127876"/>
            <a:ext cx="5196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grid</a:t>
            </a:r>
            <a:r>
              <a:rPr lang="zh-CN" altLang="en-US" dirty="0"/>
              <a:t>里有</a:t>
            </a:r>
            <a:r>
              <a:rPr lang="en-US" altLang="zh-CN" dirty="0"/>
              <a:t>N/256</a:t>
            </a:r>
            <a:r>
              <a:rPr lang="zh-CN" altLang="en-US" dirty="0"/>
              <a:t>个</a:t>
            </a:r>
            <a:r>
              <a:rPr lang="en-US" altLang="zh-CN" dirty="0"/>
              <a:t>block</a:t>
            </a:r>
            <a:r>
              <a:rPr lang="zh-CN" altLang="en-US" dirty="0"/>
              <a:t>，但是</a:t>
            </a:r>
            <a:r>
              <a:rPr lang="en-US" altLang="zh-CN" dirty="0"/>
              <a:t>block</a:t>
            </a:r>
            <a:r>
              <a:rPr lang="zh-CN" altLang="en-US" dirty="0"/>
              <a:t>只有</a:t>
            </a:r>
            <a:r>
              <a:rPr lang="en-US" altLang="zh-CN" dirty="0"/>
              <a:t>64</a:t>
            </a:r>
            <a:r>
              <a:rPr lang="zh-CN" altLang="en-US" dirty="0"/>
              <a:t>个</a:t>
            </a:r>
            <a:r>
              <a:rPr lang="en-US" altLang="zh-CN" dirty="0"/>
              <a:t>thread</a:t>
            </a:r>
            <a:r>
              <a:rPr lang="zh-CN" altLang="en-US" dirty="0"/>
              <a:t>，每个</a:t>
            </a:r>
            <a:r>
              <a:rPr lang="en-US" altLang="zh-CN" dirty="0"/>
              <a:t>block</a:t>
            </a:r>
            <a:r>
              <a:rPr lang="zh-CN" altLang="en-US" dirty="0"/>
              <a:t>只用了前</a:t>
            </a:r>
            <a:r>
              <a:rPr lang="en-US" altLang="zh-CN" dirty="0"/>
              <a:t>1/4</a:t>
            </a:r>
            <a:r>
              <a:rPr lang="zh-CN" altLang="en-US" dirty="0"/>
              <a:t>个数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3B1B49-9251-0A36-E85E-4DD7DA462274}"/>
              </a:ext>
            </a:extLst>
          </p:cNvPr>
          <p:cNvSpPr txBox="1"/>
          <p:nvPr/>
        </p:nvSpPr>
        <p:spPr>
          <a:xfrm>
            <a:off x="346152" y="2581275"/>
            <a:ext cx="3857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64</a:t>
            </a:r>
            <a:r>
              <a:rPr lang="zh-CN" altLang="en-US" dirty="0"/>
              <a:t>个</a:t>
            </a:r>
            <a:r>
              <a:rPr lang="en-US" altLang="zh-CN" dirty="0"/>
              <a:t>thread</a:t>
            </a:r>
            <a:r>
              <a:rPr lang="zh-CN" altLang="en-US" dirty="0"/>
              <a:t>，每个读</a:t>
            </a:r>
            <a:r>
              <a:rPr lang="en-US" altLang="zh-CN" dirty="0"/>
              <a:t>2</a:t>
            </a:r>
            <a:r>
              <a:rPr lang="zh-CN" altLang="en-US" dirty="0"/>
              <a:t>次，写</a:t>
            </a:r>
            <a:r>
              <a:rPr lang="en-US" altLang="zh-CN" dirty="0"/>
              <a:t>1</a:t>
            </a:r>
            <a:r>
              <a:rPr lang="zh-CN" altLang="en-US" dirty="0"/>
              <a:t>次，</a:t>
            </a:r>
            <a:endParaRPr lang="en-US" altLang="zh-CN" dirty="0"/>
          </a:p>
          <a:p>
            <a:r>
              <a:rPr lang="zh-CN" altLang="en-US" dirty="0"/>
              <a:t>读指令：</a:t>
            </a:r>
            <a:r>
              <a:rPr lang="en-US" altLang="zh-CN" dirty="0"/>
              <a:t>8*1024*1024*2 = 8388680</a:t>
            </a:r>
            <a:r>
              <a:rPr lang="zh-CN" altLang="en-US" dirty="0"/>
              <a:t>，写指令：</a:t>
            </a:r>
            <a:r>
              <a:rPr lang="en-US" altLang="zh-CN" dirty="0"/>
              <a:t>4194340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E7D05D-970E-13A9-0971-8E94A41D751A}"/>
              </a:ext>
            </a:extLst>
          </p:cNvPr>
          <p:cNvSpPr txBox="1"/>
          <p:nvPr/>
        </p:nvSpPr>
        <p:spPr>
          <a:xfrm>
            <a:off x="411200" y="3640217"/>
            <a:ext cx="4374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一个指令一个</a:t>
            </a:r>
            <a:r>
              <a:rPr lang="en-US" altLang="zh-CN" dirty="0"/>
              <a:t>float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字节），</a:t>
            </a:r>
            <a:endParaRPr lang="en-US" altLang="zh-CN" dirty="0"/>
          </a:p>
          <a:p>
            <a:r>
              <a:rPr lang="zh-CN" altLang="en-US" dirty="0"/>
              <a:t>读：</a:t>
            </a:r>
            <a:r>
              <a:rPr lang="en-US" altLang="zh-CN" dirty="0"/>
              <a:t>4* 8388680 = 33554432</a:t>
            </a:r>
            <a:r>
              <a:rPr lang="zh-CN" altLang="en-US" dirty="0"/>
              <a:t>字节</a:t>
            </a:r>
            <a:endParaRPr lang="en-US" altLang="zh-CN" dirty="0"/>
          </a:p>
          <a:p>
            <a:r>
              <a:rPr lang="zh-CN" altLang="en-US" dirty="0"/>
              <a:t>写：</a:t>
            </a:r>
            <a:r>
              <a:rPr lang="en-US" altLang="zh-CN" dirty="0"/>
              <a:t>16777216</a:t>
            </a:r>
            <a:r>
              <a:rPr lang="zh-CN" altLang="en-US" dirty="0"/>
              <a:t>字节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664B1B-CE2C-DC50-0E49-7090AC0917A9}"/>
              </a:ext>
            </a:extLst>
          </p:cNvPr>
          <p:cNvSpPr txBox="1"/>
          <p:nvPr/>
        </p:nvSpPr>
        <p:spPr>
          <a:xfrm>
            <a:off x="346152" y="4699159"/>
            <a:ext cx="43742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32</a:t>
            </a:r>
            <a:r>
              <a:rPr lang="zh-CN" altLang="en-US" dirty="0"/>
              <a:t>个字节一个</a:t>
            </a:r>
            <a:r>
              <a:rPr lang="en-US" altLang="zh-CN" dirty="0"/>
              <a:t>sector</a:t>
            </a:r>
            <a:r>
              <a:rPr lang="zh-CN" altLang="en-US" dirty="0"/>
              <a:t>，一个</a:t>
            </a:r>
            <a:r>
              <a:rPr lang="en-US" altLang="zh-CN" dirty="0"/>
              <a:t>block</a:t>
            </a:r>
            <a:r>
              <a:rPr lang="zh-CN" altLang="en-US" dirty="0"/>
              <a:t>读</a:t>
            </a:r>
            <a:r>
              <a:rPr lang="en-US" altLang="zh-CN" dirty="0"/>
              <a:t>2*64</a:t>
            </a:r>
            <a:r>
              <a:rPr lang="zh-CN" altLang="en-US" dirty="0"/>
              <a:t>次，写</a:t>
            </a:r>
            <a:r>
              <a:rPr lang="en-US" altLang="zh-CN" dirty="0"/>
              <a:t>64</a:t>
            </a:r>
            <a:r>
              <a:rPr lang="zh-CN" altLang="en-US" dirty="0"/>
              <a:t>次，读</a:t>
            </a:r>
            <a:r>
              <a:rPr lang="en-US" altLang="zh-CN" dirty="0"/>
              <a:t>2*64*4/32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en-US" altLang="zh-CN" dirty="0"/>
              <a:t>2*8</a:t>
            </a:r>
            <a:r>
              <a:rPr lang="zh-CN" altLang="en-US" dirty="0"/>
              <a:t>个</a:t>
            </a:r>
            <a:r>
              <a:rPr lang="en-US" altLang="zh-CN" dirty="0"/>
              <a:t>sector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写</a:t>
            </a:r>
            <a:r>
              <a:rPr lang="en-US" altLang="zh-CN" dirty="0"/>
              <a:t>8</a:t>
            </a:r>
            <a:r>
              <a:rPr lang="zh-CN" altLang="en-US" dirty="0"/>
              <a:t>个</a:t>
            </a:r>
            <a:r>
              <a:rPr lang="en-US" altLang="zh-CN" dirty="0"/>
              <a:t>sector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8D00F4-F953-25B1-6B07-5BD08CFBA6E8}"/>
              </a:ext>
            </a:extLst>
          </p:cNvPr>
          <p:cNvSpPr txBox="1"/>
          <p:nvPr/>
        </p:nvSpPr>
        <p:spPr>
          <a:xfrm>
            <a:off x="411200" y="5886450"/>
            <a:ext cx="2563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一共读</a:t>
            </a:r>
            <a:r>
              <a:rPr lang="en-US" altLang="zh-CN" dirty="0"/>
              <a:t>1048576</a:t>
            </a:r>
            <a:r>
              <a:rPr lang="zh-CN" altLang="en-US" dirty="0"/>
              <a:t>个</a:t>
            </a:r>
            <a:r>
              <a:rPr lang="en-US" altLang="zh-CN" dirty="0"/>
              <a:t>sector</a:t>
            </a:r>
          </a:p>
          <a:p>
            <a:r>
              <a:rPr lang="zh-CN" altLang="en-US" dirty="0"/>
              <a:t>写</a:t>
            </a:r>
            <a:r>
              <a:rPr lang="en-US" altLang="zh-CN" dirty="0"/>
              <a:t>524288</a:t>
            </a:r>
            <a:r>
              <a:rPr lang="zh-CN" altLang="en-US" dirty="0"/>
              <a:t>个</a:t>
            </a:r>
            <a:r>
              <a:rPr lang="en-US" altLang="zh-CN" dirty="0"/>
              <a:t>sector</a:t>
            </a:r>
          </a:p>
        </p:txBody>
      </p:sp>
    </p:spTree>
    <p:extLst>
      <p:ext uri="{BB962C8B-B14F-4D97-AF65-F5344CB8AC3E}">
        <p14:creationId xmlns:p14="http://schemas.microsoft.com/office/powerpoint/2010/main" val="367856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0DB7A24-6C92-C3A0-C3E7-0704ED0D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260"/>
          <a:stretch>
            <a:fillRect/>
          </a:stretch>
        </p:blipFill>
        <p:spPr>
          <a:xfrm>
            <a:off x="329296" y="314264"/>
            <a:ext cx="3528330" cy="14098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EA81C1F-8FBE-43B0-1F90-0A68085AA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6" y="314264"/>
            <a:ext cx="8359864" cy="39627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22DF02-5834-CA2A-7C67-574E5B508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655" y="929633"/>
            <a:ext cx="5197290" cy="51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91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107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泽涵 吴</dc:creator>
  <cp:lastModifiedBy>zj w</cp:lastModifiedBy>
  <cp:revision>2</cp:revision>
  <dcterms:created xsi:type="dcterms:W3CDTF">2025-12-05T07:45:18Z</dcterms:created>
  <dcterms:modified xsi:type="dcterms:W3CDTF">2025-12-05T08:11:11Z</dcterms:modified>
</cp:coreProperties>
</file>